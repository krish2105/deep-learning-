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2743200" cy="254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E9CB8"/>
                </a:solidFill>
                <a:latin typeface="Consolas"/>
              </a:rPr>
              <a:t>MAIB AI 114 ·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E8ECEF"/>
                </a:solidFill>
                <a:latin typeface="Calibri"/>
              </a:rPr>
              <a:t>SENTINEL-CXR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E8ECEF"/>
                </a:solidFill>
                <a:latin typeface="Calibri"/>
              </a:rPr>
              <a:t>Uncertainty-Aware Chest Radiograph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8A9299"/>
                </a:solidFill>
                <a:latin typeface="Calibri"/>
              </a:rPr>
              <a:t>Progress review — problem, approach and current state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10881360" cy="15875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Krishna Mathur AS25DXB018 · Atharva Soundankar AS25DXB020 · Yash Petkar AS25DXB021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Prof Anshul Gupta · S P Jain School of Global Management, Dubai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E9CB8"/>
                </a:solidFill>
                <a:latin typeface="Consolas"/>
              </a:rPr>
              <a:t>GROUP PROJECT &amp; CLASSROOM PRESENTATION ·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Accuracy is not what blocks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67665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9299"/>
                </a:solidFill>
                <a:latin typeface="Calibri"/>
              </a:rPr>
              <a:t>A model trained with cross-entropy emits a probability for every input — including a photograph, a mispositioned film, or a case where the evidence genuinely does not support a decision.</a:t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9299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9299"/>
                </a:solidFill>
                <a:latin typeface="Calibri"/>
              </a:rPr>
              <a:t>Clinicians are measurably less likely to override a confident machine judgement. A system that is wrong and confident therefore causes more harm than one that says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86000"/>
            <a:ext cx="3749039" cy="23774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5146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WHAT WE BUILD INSTEAD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971800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A prediction set with a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coverage guarantee —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and the discipline to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abstain when that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guarantee cannot be met.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Three layers of refusal.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01  Distributional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A VAE trained only on radiographs. Reconstruction error rejects anything that is not a chest X-ray, before classification runs.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02  Epistemic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Separates the model's own ignorance from irreducible ambiguity in the image. Only ignorance justifies abstention.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03  Conformal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Converts uncalibrated scores into sets with distribution-free finite-sample coverage. Empty or oversized set means abstain.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One dataset, two structures.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NIH ChestX-ray14 — 112,120 radiographs, 30,805 patients, 14 pathologies.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Column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651760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What it unlocks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36392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09544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Finding 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209544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14-label multi-label classification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7588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12464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Patient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712464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The splitting key — and patient timelines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7880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15384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Follow-up 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215384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Sequence position: makes RNN/LSTM clinically real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8172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718304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Age / Gender /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718304"/>
            <a:ext cx="7589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Fairness audit strata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30368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We split by PATIENT, never by image. Splitting by image puts a patient's follow-up scans on both sides of the boundary — the model memorises the patient and every metric inflates.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Every week of the unit, one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9CB8"/>
                </a:solidFill>
                <a:latin typeface="Consolas"/>
              </a:rPr>
              <a:t>Wk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9CB8"/>
                </a:solidFill>
                <a:latin typeface="Consolas"/>
              </a:rPr>
              <a:t>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0574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9CB8"/>
                </a:solidFill>
                <a:latin typeface="Consolas"/>
              </a:rPr>
              <a:t>Where it lives in SENTINEL-CXR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04872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7802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47802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NN &amp; backprop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47802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From-scratch NumPy backprop + gradient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0720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4378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84378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CNNs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4378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DenseNet-121 multi-label classifier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729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954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4–5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2095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RNN / LSTM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20954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Progression over patient follow-up sequences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38727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7530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7530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GANs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57530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DCGAN augmentation for rare pathologies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0448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4106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94106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Autoencoders / VAE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394106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The out-of-distribution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27024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30682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30682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Transfer learning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30682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Frozen vs full vs progressive unfreezing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63600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67258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67258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Deep RL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67258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DQN worklist triage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0017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03834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50383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ViT / CLIP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503834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CNN vs Transformer head-to-head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36752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40410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540410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GenAI integration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540410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Grounded report generation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73328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76986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3040" y="576986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Ethics &amp; fairness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576986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Disaggregated audit + model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Designed around a hard constraint.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Render's free tier gives 512 MB. PyTorch does not fit. That asymmetry produced the whole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10149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Vercel      Next.js 15 — landing + clinical console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HTTPS + JWT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Render      FastAPI · 512 MB · NO PyTorch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conformal head (NumPy) · auth · audit log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+- cold -&gt; ONNX int8 · &lt;900 ms · 'reduced' mode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HF Spaces   16 GB · DenseNet · ViT · VAE · LSTM · Grad-CAM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Supabase    Postgres + object 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Where we 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493008" cy="210312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Full-stack system live on free-tier infrastructure. 83 tests passing. Real inference in ~150 ms via a 7.9 MB quantised model carried by the API itself.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493008" cy="210312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907792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Calibrated on 4,999 real radiographs: coverage 0.8845, and a fairness audit that FAILS its own tolerance at 0.2149.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86000"/>
            <a:ext cx="3493008" cy="210312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907792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Group-trained weights to replace the pretrained checkpoint; DQN training; VAE gate; wider calibration corpus.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FINDINGS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Three bugs worth reporting.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4206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286000"/>
            <a:ext cx="6675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Why it mattered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44952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18104"/>
            <a:ext cx="4206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Triage env could not separate 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118104"/>
            <a:ext cx="6675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Random, FIFO and heuristic scored identically — the benchmark was meaningless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587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4206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Pretrained checkpoint has no dropout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895344"/>
            <a:ext cx="6675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MC-dropout would have reported epistemic uncertainty of exactly zero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636007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672584"/>
            <a:ext cx="4206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int8 model would not load in 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672584"/>
            <a:ext cx="6675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Verified numerically but never verified as executable on the pinned runtime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20640"/>
            <a:ext cx="10881360" cy="9144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Each was found by testing a claim the system makes about itself — not by checking whether the app looked right.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To the final submission.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377440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377440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80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Model, ONNX export, calibration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999232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Krishna Mathur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99923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conformal_calibration.json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29584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Deployment, resilience, CI gates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566160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Atharva Soundankar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566160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Live URLs, 83 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096512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33088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Console, dashboard, fairness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133088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Yash Petkar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133088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fairness_report.json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00016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Report and both decks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700016"/>
            <a:ext cx="2194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All three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700016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15 pp report, 25 slides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5400" b="1" i="0">
                <a:solidFill>
                  <a:srgbClr val="E8ECEF"/>
                </a:solidFill>
                <a:latin typeface="Calibri"/>
              </a:rPr>
              <a:t>Questions.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2743200" cy="254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9299"/>
                </a:solidFill>
                <a:latin typeface="Consolas"/>
              </a:rPr>
              <a:t>github.com/krish2105/Deep-Learning-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Krishna Mathur AS25DXB018 · Atharva Soundankar AS25DXB020 · Yash Petkar AS25DXB021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