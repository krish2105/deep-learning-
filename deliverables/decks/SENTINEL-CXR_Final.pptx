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2743200" cy="254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E9CB8"/>
                </a:solidFill>
                <a:latin typeface="Consolas"/>
              </a:rPr>
              <a:t>MAIB AI 114 ·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E8ECEF"/>
                </a:solidFill>
                <a:latin typeface="Calibri"/>
              </a:rPr>
              <a:t>SENTINEL-CXR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E8ECEF"/>
                </a:solidFill>
                <a:latin typeface="Calibri"/>
              </a:rPr>
              <a:t>Uncertainty-Aware Chest Radiograph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8A9299"/>
                </a:solidFill>
                <a:latin typeface="Calibri"/>
              </a:rPr>
              <a:t>A diagnostic system that knows when it does not know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10881360" cy="15875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Krishna Mathur AS25DXB018 · Atharva Soundankar AS25DXB020 · Yash Petkar AS25DXB021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Prof Anshul Gupta · S P Jain School of Global Management, Dubai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E9CB8"/>
                </a:solidFill>
                <a:latin typeface="Consolas"/>
              </a:rPr>
              <a:t>FINAL GROUP PROJECT · EXAM WEEK · 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400" b="1" i="0">
                <a:solidFill>
                  <a:srgbClr val="E8ECEF"/>
                </a:solidFill>
                <a:latin typeface="Calibri"/>
              </a:rPr>
              <a:t>It tells you when it doesn't know.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7315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8A9299"/>
                </a:solidFill>
                <a:latin typeface="Calibri"/>
              </a:rPr>
              <a:t>Most medical deep learning fails to deploy not because it is insufficiently accurate, but because it is confident about everything — including inputs it has never seen.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8A9299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8A9299"/>
                </a:solidFill>
                <a:latin typeface="Calibri"/>
              </a:rPr>
              <a:t>SENTINEL-CXR produces a prediction set with a statistical coverage guarantee, and abstains when that guarantee cannot be met.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560320"/>
            <a:ext cx="3383280" cy="566928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02752" y="2752344"/>
            <a:ext cx="182880" cy="18288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2697479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Effusion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2697479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0.94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246120"/>
            <a:ext cx="3383280" cy="566928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02752" y="3438144"/>
            <a:ext cx="182880" cy="182880"/>
          </a:xfrm>
          <a:prstGeom prst="rect">
            <a:avLst/>
          </a:prstGeom>
          <a:solidFill>
            <a:srgbClr val="69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3383279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Nodule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3383279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0.61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931920"/>
            <a:ext cx="3383280" cy="566928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4123944"/>
            <a:ext cx="182880" cy="18288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406908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Abstained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4069080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61772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8A9299"/>
                </a:solidFill>
                <a:latin typeface="Calibri"/>
              </a:rPr>
              <a:t>Confidence is chroma.</a:t>
            </a:r>
          </a:p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8A9299"/>
                </a:solidFill>
                <a:latin typeface="Calibri"/>
              </a:rPr>
              <a:t>Colour drains as the model doubts.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A confident wrong answer is worse than none.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Scores aren't probabilities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Thresholding a cross-entropy output at 0.5 gives no guarantee about how often the answer is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Automation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Clinicians are measurably less likely to override a confident machine judgement — so confidence must be earned.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Hidden stratification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Aggregate AUROC stays high while the model fails badly on clinically important subgroups (Oakden-Rayner, 2020).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Three layers of refusal.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3774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01  VAE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Trained only on radiographs. Reconstruction error rejects non-radiographs before classification. Threshold set at 1% FPR — an explicit design decision, not a round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3774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02 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Predictive entropy splits exactly into aleatoric (irreducible ambiguity) and epistemic (the model's ignorance). Only epistemic justifies abstention.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3774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03  Conformal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Nonconformity quantile at ceil((n+1)(1-α))/n. The finite-sample correction is what makes coverage exact rather than asymptotic.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Patient ID and Follow-up # change everything.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NIH ChestX-ray14 · 112,120 radiographs · 30,805 patients · ~3–4 studies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97480"/>
            <a:ext cx="5303520" cy="24688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WHAT THEY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Multiple studies per patient form real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clinical timelines. The recurrent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branch models disease progression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rather than serving as an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unmotivated exercise.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97480"/>
            <a:ext cx="5303520" cy="24688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926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D64541"/>
                </a:solidFill>
                <a:latin typeface="Consolas"/>
              </a:rPr>
              <a:t>AND WHAT THEY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Split by PATIENT, never by image.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Splitting by image leaks follow-up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scans across the boundary and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inflates every metric. This is the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most common error on this dataset.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06/15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512 MB shaped the whole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6675120" cy="32918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62179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Vercel      Next.js 15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HTTPS + JWT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Render      FastAPI · 512 MB · NO PyTorch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conformal head · audit log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+- cold -&gt; ONNX int8 · &lt;900 ms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HF Spaces   16 GB · DenseNet · VAE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Grad-CAM · LSTM · ViT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Supabase    Postgres + storage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103120"/>
            <a:ext cx="3931920" cy="32918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33172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GRACEFUL DEGRADATION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788920"/>
            <a:ext cx="3383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 free HF Space sleeps after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48h and wakes in ~40s.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When it is cold, the ONNX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fast path answers immediately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and the response is marked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REDUCED — visibly, in the UI.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 clinician must know which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mode produced their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07/15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Eleven steps, one decision each.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881360" cy="32004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1498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1   upload            -&gt; presigned URL, storage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2   VAE OOD gate      -&gt; not a radiograph?  REJECT, stop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3   classifier        -&gt; DenseNet-121, 14 sigmoid scores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4   uncertainty       -&gt; MC-dropout / TTA, epistemic vs aleatoric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5   conformal head    -&gt; prediction set at 90% coverage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6   abstention        -&gt; empty or oversized?  ROUTE TO HUMAN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7   Grad-CAM          -&gt; per-finding activation map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8   progression       -&gt; LSTM over prior visits, if any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9   triage            -&gt; DQN priority, worklist position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10  report            -&gt; LLM grounded strictly in steps 3–9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11  persist           -&gt; audit entry, stream to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GENERATIVE AI · OUTCOME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08/15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The model never sees the image.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A language model asked to describe a radiograph will invent findings — fluently, in clinical register.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493008" cy="17373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5292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Closed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273552"/>
            <a:ext cx="298094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It receives structured model output only. No pixels, so it cannot invent a finding from the image.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651760"/>
            <a:ext cx="3493008" cy="17373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85292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Closed vocabulary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3273552"/>
            <a:ext cx="298094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The prompt enumerates exactly which pathologies may be named.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651760"/>
            <a:ext cx="3493008" cy="17373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3" y="285292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Verified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3" y="3273552"/>
            <a:ext cx="298094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Generated text is scanned for unsupported findings. One hit and the generation is discarded and logged.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881360" cy="10972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Layer 3 is what makes 1 and 2 trustworthy. Prompt instructions are a request; verification is a guarantee. Even 'no pneumothorax is seen' is rejected — it implies the system looked, and if it didn't, that's false.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09/15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The claim, and the number that tests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Coverage is the project's central claim — so it is asserted in CI.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5303520" cy="22860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CONFORMAL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2E9CB8"/>
                </a:solidFill>
                <a:latin typeface="Consolas"/>
              </a:rPr>
              <a:t>0.9004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against a 0.90 nominal target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per-label range 0.837 – 0.967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51760"/>
            <a:ext cx="5303520" cy="22860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BACKPROP GRADIENT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9184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2E9CB8"/>
                </a:solidFill>
                <a:latin typeface="Consolas"/>
              </a:rPr>
              <a:t>7.2e-11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11480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max relative error vs finite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differences — from-scratch 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10/15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Triage: the RL environment had to be rebuilt.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286000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Mean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286000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Std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Random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816352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-837.74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16352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41.45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First-in-first-out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291840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-841.66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91840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31.48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30752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67328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alibri"/>
              </a:rPr>
              <a:t>Urgency heuristic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767328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onsolas"/>
              </a:rPr>
              <a:t>-397.73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767328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onsolas"/>
              </a:rPr>
              <a:t>29.82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06240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42816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Oracle-greedy (bound)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242816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-367.22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42816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26.08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526280"/>
            <a:ext cx="10881360" cy="12801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0916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Our first environment paid a bonus for reading a study. It swamped the waiting cost, and random, FIFO and heuristic all scored within noise — the benchmark could not tell a good policy from a coin flip. Reformulating the reward as pure cost separated them and made the result meaningful.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11/15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Gated cells hold gradient. Which one wins is not settled.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926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Cell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286000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grad @ t=0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86000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grad @ t=59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286000"/>
            <a:ext cx="24688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Parameters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2926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Vanilla RNN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816352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1.46e-17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816352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1.09e-01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2816352"/>
            <a:ext cx="24688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463,374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255264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2926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GRU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291840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8.69e-14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91840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5.61e-02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291840"/>
            <a:ext cx="24688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1,382,926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30752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67328"/>
            <a:ext cx="2926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LSTM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767328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2.92e-14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3.02e-02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767328"/>
            <a:ext cx="24688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1,842,702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97680"/>
            <a:ext cx="10881360" cy="14630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4988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Gated cells retain ~4 orders of magnitude more gradient at t=0 over a 60-step sequence, averaged across 12 seeds. GRU and LSTM are close and their ordering is NOT stable across initialisations — so we make no claim that either dominates on this probe. Parameter count is reported because it is a confound in any such comparison.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ETHICS · OUTCOME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What we audited — and what we cannot.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0116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Equalised-odds gaps across sex, age band and view position. Reported whether favourable or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0116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The AP/PA shortcut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Portable AP films come from sicker patients. A model can read 'AP film' as 'sick patient' — and fail when practice changes.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0116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Cannot audit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ChestX-ray14 has no race or ethnicity labels. A documented axis of disparity is invisible here.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10881360" cy="11430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64541"/>
                </a:solidFill>
                <a:latin typeface="Calibri"/>
              </a:rPr>
              <a:t>That absence is itself a finding. It is not, and must not be presented as, an absence of bias.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What this system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Limitation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4028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Consequence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9806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Labels NLP-mined, ~10%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9806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Every metric inherits that ceiling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6440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Single US institution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30098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Generalisation unvalidated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0390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Marginal, not simultaneous,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0390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Per-label guarantee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7024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0682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Exchangeability assumed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0682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Distribution shift voids the guarantee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731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0974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Grad-CAM is correlational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0974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Not evidence of correct reasoning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27608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31266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Triage results are simulated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1266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No claim about a real reading room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32704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D64541"/>
                </a:solidFill>
                <a:latin typeface="Calibri"/>
              </a:rPr>
              <a:t>Not a medical device. No regulatory clearance. Must not inform patient care.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The bugs taught us more than the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394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What broke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286000"/>
            <a:ext cx="5486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How it was caught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26079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99232"/>
            <a:ext cx="5394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Triage env couldn't separate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99232"/>
            <a:ext cx="5486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Running the baselines instead of assuming they'd differ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21024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394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Pretrained model had zero 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657600"/>
            <a:ext cx="5486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Asserting MC-dropout actually enables layers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79392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15968"/>
            <a:ext cx="5394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Displayed score ≠ decision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315968"/>
            <a:ext cx="5486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Checking included == (p &gt;= threshold) for all 14 labels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37759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74336"/>
            <a:ext cx="5394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Trend said 'worsening', findings said 'no change'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974336"/>
            <a:ext cx="5486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A test asserting the two agree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20640"/>
            <a:ext cx="10881360" cy="9144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035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Every one was found by testing a claim the system makes about itself. None would have been caught by checking whether the app looked right.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Trust is earned by saying what you don't know.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8A9299"/>
                </a:solidFill>
                <a:latin typeface="Calibri"/>
              </a:rPr>
              <a:t>A clinical system earns trust not by being confident, but by being able to state — precisely, and verifiably — the limits of what it knows.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572000"/>
            <a:ext cx="2743200" cy="254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github.com/krish2105/Deep-Learning-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Krishna Mathur AS25DXB018 · Atharva Soundankar AS25DXB020 · Yash Petkar AS25DXB021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